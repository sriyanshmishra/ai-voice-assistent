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6DE2D2"/>
                </a:solidFill>
                <a:latin typeface="Aptos"/>
              </a:rPr>
              <a:t>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768096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Offline Voice &amp; Text
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71323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0">
                <a:solidFill>
                  <a:srgbClr val="D6E7EC"/>
                </a:solidFill>
                <a:latin typeface="Aptos"/>
              </a:rPr>
              <a:t>Private, low-latency voice interaction designed for the edge</a:t>
            </a:r>
          </a:p>
        </p:txBody>
      </p:sp>
      <p:sp>
        <p:nvSpPr>
          <p:cNvPr id="6" name="Oval 5"/>
          <p:cNvSpPr/>
          <p:nvPr/>
        </p:nvSpPr>
        <p:spPr>
          <a:xfrm>
            <a:off x="8778240" y="1143000"/>
            <a:ext cx="2103120" cy="210312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618488"/>
            <a:ext cx="160020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MIC
→
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64008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BED3DB"/>
                </a:solidFill>
                <a:latin typeface="Aptos"/>
              </a:rPr>
              <a:t>Sriyansh Mishra  |  ai-voice-assistent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5A6E7D"/>
                </a:solidFill>
                <a:latin typeface="Aptos"/>
              </a:rPr>
              <a:t>OFFLINE VOICE &amp; TEXT AI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1">
                <a:solidFill>
                  <a:srgbClr val="5A6E7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3035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009999"/>
                </a:solidFill>
                <a:latin typeface="Aptos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0C1F34"/>
                </a:solidFill>
                <a:latin typeface="Aptos"/>
              </a:rPr>
              <a:t>Voice AI should not require the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5A6E7D"/>
                </a:solidFill>
                <a:latin typeface="Aptos"/>
              </a:rPr>
              <a:t>OFFLINE VOICE &amp; TEXT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1">
                <a:solidFill>
                  <a:srgbClr val="5A6E7D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29000" cy="196596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73152" cy="1965960"/>
          </a:xfrm>
          <a:prstGeom prst="rect">
            <a:avLst/>
          </a:prstGeom>
          <a:solidFill>
            <a:srgbClr val="F0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55063"/>
            <a:ext cx="30175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20824"/>
            <a:ext cx="3017520" cy="134416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Sensitive audio should stay on the device whenever possible.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29000" cy="196596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73152" cy="1965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655063"/>
            <a:ext cx="30175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Connectivity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020824"/>
            <a:ext cx="3017520" cy="134416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Cloud-only assistants fail when networks are slow, unavailable, or restricted.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508760"/>
            <a:ext cx="3429000" cy="196596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508760"/>
            <a:ext cx="73152" cy="1965960"/>
          </a:xfrm>
          <a:prstGeom prst="rect">
            <a:avLst/>
          </a:prstGeom>
          <a:solidFill>
            <a:srgbClr val="0C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655063"/>
            <a:ext cx="30175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Edge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020824"/>
            <a:ext cx="3017520" cy="134416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Snapdragon hardware can bring AI inference closer to the user.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43400"/>
            <a:ext cx="1014984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0C1F34"/>
                </a:solidFill>
                <a:latin typeface="Aptos"/>
              </a:rPr>
              <a:t>The opportunity: combine a simple interaction loop with a hardware-ready local inference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3035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009999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0C1F34"/>
                </a:solidFill>
                <a:latin typeface="Aptos"/>
              </a:rPr>
              <a:t>One assistant, two natural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5A6E7D"/>
                </a:solidFill>
                <a:latin typeface="Aptos"/>
              </a:rPr>
              <a:t>OFFLINE VOICE &amp; TEXT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1">
                <a:solidFill>
                  <a:srgbClr val="5A6E7D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83480" cy="297180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2971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63624"/>
            <a:ext cx="4572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1  Voice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29384"/>
            <a:ext cx="4572000" cy="23500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Record a short microphone sample, transcribe it locally with Whisper, and route the text to an intent handler.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417320"/>
            <a:ext cx="4983480" cy="297180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417320"/>
            <a:ext cx="73152" cy="2971800"/>
          </a:xfrm>
          <a:prstGeom prst="rect">
            <a:avLst/>
          </a:prstGeom>
          <a:solidFill>
            <a:srgbClr val="F0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63624"/>
            <a:ext cx="45720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2  Text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29384"/>
            <a:ext cx="4572000" cy="23500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Type a request directly for quick testing, accessibility, or situations where a microphone is unavailable.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074920"/>
            <a:ext cx="8412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C1F34"/>
                </a:solidFill>
                <a:latin typeface="Aptos"/>
              </a:rPr>
              <a:t>Both paths converge on the same text-processing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3035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009999"/>
                </a:solidFill>
                <a:latin typeface="Aptos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0C1F34"/>
                </a:solidFill>
                <a:latin typeface="Aptos"/>
              </a:rPr>
              <a:t>A compact local-first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5A6E7D"/>
                </a:solidFill>
                <a:latin typeface="Aptos"/>
              </a:rPr>
              <a:t>OFFLINE VOICE &amp; TEXT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1">
                <a:solidFill>
                  <a:srgbClr val="5A6E7D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240280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19659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09999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C1F34"/>
                </a:solidFill>
                <a:latin typeface="Aptos"/>
              </a:rPr>
              <a:t>Mic or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304288"/>
            <a:ext cx="43891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07E36"/>
                </a:solidFill>
                <a:latin typeface="Aptos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74519"/>
            <a:ext cx="2240280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F0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9" y="2075688"/>
            <a:ext cx="19659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07E36"/>
                </a:solidFill>
                <a:latin typeface="Aptos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9" y="246888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C1F34"/>
                </a:solidFill>
                <a:latin typeface="Aptos"/>
              </a:rPr>
              <a:t>16 kHz 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2304288"/>
            <a:ext cx="43891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07E36"/>
                </a:solidFill>
                <a:latin typeface="Aptos"/>
              </a:rP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74519"/>
            <a:ext cx="2240280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0C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75688"/>
            <a:ext cx="19659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C1F34"/>
                </a:solidFill>
                <a:latin typeface="Aptos"/>
              </a:rPr>
              <a:t>INFER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46888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C1F34"/>
                </a:solidFill>
                <a:latin typeface="Aptos"/>
              </a:rPr>
              <a:t>Whisper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304288"/>
            <a:ext cx="43891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07E36"/>
                </a:solidFill>
                <a:latin typeface="Aptos"/>
              </a:rP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874519"/>
            <a:ext cx="2240280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075688"/>
            <a:ext cx="19659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09999"/>
                </a:solidFill>
                <a:latin typeface="Aptos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46888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C1F34"/>
                </a:solidFill>
                <a:latin typeface="Aptos"/>
              </a:rPr>
              <a:t>Intent handler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43400"/>
            <a:ext cx="1005840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0C1F34"/>
                </a:solidFill>
                <a:latin typeface="Aptos"/>
              </a:rPr>
              <a:t>Offline mode is enabled after the model is downloaded and cached.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919472"/>
            <a:ext cx="91440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1F2B37"/>
                </a:solidFill>
                <a:latin typeface="Aptos"/>
              </a:rPr>
              <a:t>The model is loaded only when voice mode is selected, so text mode stays lightweight.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3035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009999"/>
                </a:solidFill>
                <a:latin typeface="Aptos"/>
              </a:rPr>
              <a:t>PROTOTYPE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0C1F34"/>
                </a:solidFill>
                <a:latin typeface="Aptos"/>
              </a:rPr>
              <a:t>What is working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5A6E7D"/>
                </a:solidFill>
                <a:latin typeface="Aptos"/>
              </a:rPr>
              <a:t>OFFLINE VOICE &amp; TEXT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1">
                <a:solidFill>
                  <a:srgbClr val="5A6E7D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57800" cy="114300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143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72184"/>
            <a:ext cx="48463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Voice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37943"/>
            <a:ext cx="4846320" cy="52120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Configurable five-second recording from the default microphone.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57800" cy="114300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F0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72184"/>
            <a:ext cx="48463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Whisper transcription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37943"/>
            <a:ext cx="4846320" cy="52120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Local speech-to-text using Whisper Tiny and PyTorch.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88920"/>
            <a:ext cx="5257800" cy="114300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788920"/>
            <a:ext cx="73152" cy="1143000"/>
          </a:xfrm>
          <a:prstGeom prst="rect">
            <a:avLst/>
          </a:prstGeom>
          <a:solidFill>
            <a:srgbClr val="0C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35224"/>
            <a:ext cx="48463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Text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00984"/>
            <a:ext cx="4846320" cy="52120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Direct text mode works without downloading the Whisper model.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88920"/>
            <a:ext cx="5257800" cy="114300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788920"/>
            <a:ext cx="73152" cy="1143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935224"/>
            <a:ext cx="48463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Configurable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00984"/>
            <a:ext cx="4846320" cy="52120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Model path, sample rate, duration, and offline mode are configurable.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7492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0C1F34"/>
                </a:solidFill>
                <a:latin typeface="Aptos"/>
              </a:rPr>
              <a:t>Working prototype today  -&gt;  Snapdragon-optimized runtime next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3035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009999"/>
                </a:solidFill>
                <a:latin typeface="Aptos"/>
              </a:rPr>
              <a:t>SNAPDRAGON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0C1F34"/>
                </a:solidFill>
                <a:latin typeface="Aptos"/>
              </a:rPr>
              <a:t>From development fallback to NPU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5A6E7D"/>
                </a:solidFill>
                <a:latin typeface="Aptos"/>
              </a:rPr>
              <a:t>OFFLINE VOICE &amp; TEXT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1">
                <a:solidFill>
                  <a:srgbClr val="5A6E7D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01568" cy="301752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301752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72184"/>
            <a:ext cx="299008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01  Develop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37943"/>
            <a:ext cx="2990088" cy="239572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Validate the Whisper input/output contract with a CPU-friendly local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01568" cy="301752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3152" cy="3017520"/>
          </a:xfrm>
          <a:prstGeom prst="rect">
            <a:avLst/>
          </a:prstGeom>
          <a:solidFill>
            <a:srgbClr val="F0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72184"/>
            <a:ext cx="299008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02  Optimize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37943"/>
            <a:ext cx="2990088" cy="239572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Export and compile a compatible model with Qualcomm AI Hub for target Snapdragon hardware.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401568" cy="301752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73152" cy="3017520"/>
          </a:xfrm>
          <a:prstGeom prst="rect">
            <a:avLst/>
          </a:prstGeom>
          <a:solidFill>
            <a:srgbClr val="0C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472184"/>
            <a:ext cx="299008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03 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837943"/>
            <a:ext cx="2990088" cy="239572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Swap the inference backend behind the same transcription interface and measure latency, memory, and accuracy.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287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C1F34"/>
                </a:solidFill>
                <a:latin typeface="Aptos"/>
              </a:rPr>
              <a:t>Honest status: the repository is NPU-ready by design; target-device acceleration still needs hardware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3035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009999"/>
                </a:solidFill>
                <a:latin typeface="Aptos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0C1F34"/>
                </a:solidFill>
                <a:latin typeface="Aptos"/>
              </a:rPr>
              <a:t>Useful beyond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5A6E7D"/>
                </a:solidFill>
                <a:latin typeface="Aptos"/>
              </a:rPr>
              <a:t>OFFLINE VOICE &amp; TEXT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1">
                <a:solidFill>
                  <a:srgbClr val="5A6E7D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01568" cy="237744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23774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63624"/>
            <a:ext cx="299008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Privacy-first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9384"/>
            <a:ext cx="2990088" cy="1755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Keep everyday voice interactions local instead of sending recordings to a remote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01568" cy="237744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2377440"/>
          </a:xfrm>
          <a:prstGeom prst="rect">
            <a:avLst/>
          </a:prstGeom>
          <a:solidFill>
            <a:srgbClr val="F0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63624"/>
            <a:ext cx="299008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Resilient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29384"/>
            <a:ext cx="2990088" cy="1755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Continue working in low-connectivity environments and on restricted networks.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401568" cy="2377440"/>
          </a:xfrm>
          <a:prstGeom prst="roundRect">
            <a:avLst/>
          </a:prstGeom>
          <a:solidFill>
            <a:srgbClr val="F4F8F9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73152" cy="2377440"/>
          </a:xfrm>
          <a:prstGeom prst="rect">
            <a:avLst/>
          </a:prstGeom>
          <a:solidFill>
            <a:srgbClr val="0C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63624"/>
            <a:ext cx="299008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C1F34"/>
                </a:solidFill>
                <a:latin typeface="Aptos"/>
              </a:rPr>
              <a:t>Extensible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929384"/>
            <a:ext cx="2990088" cy="1755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Add commands, device control, accessibility workflows, or domain-specific intents.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C1F34"/>
                </a:solidFill>
                <a:latin typeface="Aptos"/>
              </a:rPr>
              <a:t>Potential domains: accessibility | field work | education | device control | private personal assistants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36576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6DE2D2"/>
                </a:solidFill>
                <a:latin typeface="Aptos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987552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Help us take private voice AI
from prototype to Snapdragon edge hardware.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46120"/>
            <a:ext cx="98755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0">
                <a:solidFill>
                  <a:srgbClr val="D6E7EC"/>
                </a:solidFill>
                <a:latin typeface="Aptos"/>
              </a:rPr>
              <a:t>Next milestone: Qualcomm AI Hub model export, target-device benchmarking, and a richer intent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12080"/>
            <a:ext cx="36576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6DE2D2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0644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BED3DB"/>
                </a:solidFill>
                <a:latin typeface="Aptos"/>
              </a:rPr>
              <a:t>github.com/sriyanshmishra/ai-voice-assistent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00" b="1">
                <a:solidFill>
                  <a:srgbClr val="5A6E7D"/>
                </a:solidFill>
                <a:latin typeface="Aptos"/>
              </a:rPr>
              <a:t>OFFLINE VOICE &amp; TEXT AI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700" b="1">
                <a:solidFill>
                  <a:srgbClr val="5A6E7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